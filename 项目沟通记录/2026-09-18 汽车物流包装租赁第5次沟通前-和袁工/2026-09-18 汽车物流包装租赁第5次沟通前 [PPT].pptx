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507EC-DA20-437D-AB28-DC827F6FD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C4E75-6313-439B-ADD4-D76516E8FF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租赁系统模块更新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/>
              <a:t>2026-9-17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3292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订单管理：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采购明细模块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：物料编码如直接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下拉弹出可选物料明细；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物料编码数量大时，下拉选项太多，查找、选择不方便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有没有更加方便的方法？（销售订单明细也是同样的问题。）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08632"/>
            <a:ext cx="10515600" cy="19853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采购订单和销售订单主界面，增加一个上传功能；能否自动生产一个采购订单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pdf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模板，便于给供应商下单。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12742" y="1825625"/>
            <a:ext cx="996651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订单入库模块：明细后面库位去除，上面增加入库仓库。</a:t>
            </a: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64838" y="2068871"/>
            <a:ext cx="9311005" cy="41080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3650" y="1825625"/>
            <a:ext cx="9664065" cy="4351655"/>
          </a:xfrm>
          <a:prstGeom prst="rect">
            <a:avLst/>
          </a:prstGeom>
        </p:spPr>
      </p:pic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统一格式，都改为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个字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统一格式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47420" y="1691005"/>
            <a:ext cx="933005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84375" y="1825625"/>
            <a:ext cx="82226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97000" y="1187450"/>
            <a:ext cx="90684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3665" y="1252855"/>
            <a:ext cx="90741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08455" y="749300"/>
            <a:ext cx="8975725" cy="5358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WPS 演示</Application>
  <PresentationFormat>宽屏</PresentationFormat>
  <Paragraphs>14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租赁系统模块更新</vt:lpstr>
      <vt:lpstr>订单管理：采购明细模块：物料编码如直接下拉弹出可选物料明细；物料编码数量大时，下拉选项太多，查找、选择不方便。有没有更加方便的方法？（销售订单明细也是同样的问题。）</vt:lpstr>
      <vt:lpstr>采购订单和销售订单主界面，增加一个上传功能；能否自动生产一个采购订单pdf模板，便于给供应商下单。</vt:lpstr>
      <vt:lpstr>订单入库模块：明细后面库位去除，上面增加入库仓库。</vt:lpstr>
      <vt:lpstr>不要下拉，最好是跳出可选择订单的界面或者搜索功能，下拉一单数据多的情况下，太乱了。</vt:lpstr>
      <vt:lpstr>统一格式，都改为2个字</vt:lpstr>
      <vt:lpstr>统一格式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LIJING YUAN</dc:creator>
  <cp:lastModifiedBy>袁丽晶</cp:lastModifiedBy>
  <cp:revision>2</cp:revision>
  <dcterms:created xsi:type="dcterms:W3CDTF">2026-09-17T09:05:00Z</dcterms:created>
  <dcterms:modified xsi:type="dcterms:W3CDTF">2026-09-18T08:27:12Z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E7DF6A752CD248CEB1DD0384A7D90274_12</vt:lpwstr>
  </property>
</Properties>
</file>